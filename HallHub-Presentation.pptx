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war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HallHub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7303" y="676656"/>
            <a:ext cx="588873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dirty="0">
                <a:solidFill>
                  <a:srgbClr val="4A2040"/>
                </a:solidFill>
                <a:latin typeface="Calibri"/>
              </a:rPr>
              <a:t>Discover</a:t>
            </a:r>
          </a:p>
        </p:txBody>
      </p:sp>
      <p:sp>
        <p:nvSpPr>
          <p:cNvPr id="14" name="Oval 13"/>
          <p:cNvSpPr/>
          <p:nvPr/>
        </p:nvSpPr>
        <p:spPr>
          <a:xfrm>
            <a:off x="10561320" y="1051560"/>
            <a:ext cx="960120" cy="960120"/>
          </a:xfrm>
          <a:prstGeom prst="ellipse">
            <a:avLst/>
          </a:prstGeom>
          <a:noFill/>
          <a:ln w="22225">
            <a:solidFill>
              <a:srgbClr val="4A2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351008" y="1325880"/>
            <a:ext cx="1371600" cy="411480"/>
          </a:xfrm>
          <a:prstGeom prst="ellipse">
            <a:avLst/>
          </a:prstGeom>
          <a:noFill/>
          <a:ln w="19050">
            <a:solidFill>
              <a:srgbClr val="C5A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691640"/>
            <a:ext cx="7772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0" b="1">
                <a:solidFill>
                  <a:srgbClr val="4A2040"/>
                </a:solidFill>
                <a:latin typeface="Georgia"/>
              </a:rPr>
              <a:t>Hall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2880360"/>
            <a:ext cx="7772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400" b="1">
                <a:solidFill>
                  <a:srgbClr val="C5A070"/>
                </a:solidFill>
                <a:latin typeface="Georgia"/>
              </a:rPr>
              <a:t>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6175" y="4627751"/>
            <a:ext cx="784757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dirty="0" err="1">
                <a:latin typeface="Calibri"/>
              </a:rPr>
              <a:t>HallHub</a:t>
            </a:r>
            <a:r>
              <a:rPr sz="1600" dirty="0">
                <a:latin typeface="Calibri"/>
              </a:rPr>
              <a:t> helps people in Hargeisa find and book banquet halls in one place. Customers search approved venues, request a date, and visit the hall before they confirm. Hotel owners list their halls after they are verified, and admins keep every listing trusted.</a:t>
            </a:r>
          </a:p>
        </p:txBody>
      </p:sp>
      <p:sp>
        <p:nvSpPr>
          <p:cNvPr id="19" name="10-Point Star 18"/>
          <p:cNvSpPr/>
          <p:nvPr/>
        </p:nvSpPr>
        <p:spPr>
          <a:xfrm>
            <a:off x="640080" y="5806440"/>
            <a:ext cx="384048" cy="384048"/>
          </a:xfrm>
          <a:prstGeom prst="star10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240" y="16439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Solution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8649" y="676656"/>
            <a:ext cx="614476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042416"/>
            <a:ext cx="201168" cy="13716"/>
          </a:xfrm>
          <a:prstGeom prst="rect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9601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02  —  PROBLEM  &amp;  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4A2040"/>
                </a:solidFill>
                <a:latin typeface="Georgia"/>
              </a:rPr>
              <a:t>One search instead of many hotel visits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5532120" cy="416052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749808" y="1938528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20848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THE PROBLEM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377439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A2040"/>
                </a:solidFill>
                <a:latin typeface="Georgia"/>
              </a:rPr>
              <a:t>Finding a hall takes too long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043154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570"/>
                </a:solidFill>
                <a:latin typeface="Calibri"/>
              </a:rPr>
              <a:t>People usually visit or contact different hotels just to learn simple details before they can even decide.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021562"/>
            <a:ext cx="49377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dirty="0">
                <a:solidFill>
                  <a:srgbClr val="2A1D33"/>
                </a:solidFill>
                <a:latin typeface="Calibri"/>
              </a:rPr>
              <a:t>•  Availability on the desired date and time</a:t>
            </a:r>
          </a:p>
          <a:p>
            <a:pPr>
              <a:spcAft>
                <a:spcPts val="500"/>
              </a:spcAft>
            </a:pPr>
            <a:r>
              <a:rPr sz="1300" dirty="0">
                <a:solidFill>
                  <a:srgbClr val="2A1D33"/>
                </a:solidFill>
                <a:latin typeface="Calibri"/>
              </a:rPr>
              <a:t>•  Hall capacity</a:t>
            </a:r>
          </a:p>
          <a:p>
            <a:pPr>
              <a:spcAft>
                <a:spcPts val="500"/>
              </a:spcAft>
            </a:pPr>
            <a:r>
              <a:rPr sz="1300" dirty="0">
                <a:solidFill>
                  <a:srgbClr val="2A1D33"/>
                </a:solidFill>
                <a:latin typeface="Calibri"/>
              </a:rPr>
              <a:t>•  Price</a:t>
            </a:r>
          </a:p>
          <a:p>
            <a:pPr>
              <a:spcAft>
                <a:spcPts val="500"/>
              </a:spcAft>
            </a:pPr>
            <a:r>
              <a:rPr sz="1300" dirty="0">
                <a:solidFill>
                  <a:srgbClr val="2A1D33"/>
                </a:solidFill>
                <a:latin typeface="Calibri"/>
              </a:rPr>
              <a:t>•  Facilities and amenities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5532120" cy="416052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20848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THE SOLUTION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2377439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HallHub puts it in one place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333756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rgbClr val="FFFFFF"/>
                </a:solidFill>
                <a:latin typeface="Calibri"/>
              </a:rPr>
              <a:t>Customers can search venues, view hall details, check availability, compare options, and submit a booking request without visiting the hotel first.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4325112"/>
            <a:ext cx="49377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dirty="0">
                <a:solidFill>
                  <a:srgbClr val="C5A070"/>
                </a:solidFill>
                <a:latin typeface="Calibri"/>
              </a:rPr>
              <a:t>•  Search and compare approved halls</a:t>
            </a:r>
          </a:p>
          <a:p>
            <a:pPr>
              <a:spcAft>
                <a:spcPts val="500"/>
              </a:spcAft>
            </a:pPr>
            <a:r>
              <a:rPr sz="1300" dirty="0">
                <a:solidFill>
                  <a:srgbClr val="C5A070"/>
                </a:solidFill>
                <a:latin typeface="Calibri"/>
              </a:rPr>
              <a:t>•  See capacity, price, and facilities</a:t>
            </a:r>
          </a:p>
          <a:p>
            <a:pPr>
              <a:spcAft>
                <a:spcPts val="500"/>
              </a:spcAft>
            </a:pPr>
            <a:r>
              <a:rPr sz="1300" dirty="0">
                <a:solidFill>
                  <a:srgbClr val="C5A070"/>
                </a:solidFill>
                <a:latin typeface="Calibri"/>
              </a:rPr>
              <a:t>•  Request a booking online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Types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424" y="676656"/>
            <a:ext cx="512064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Next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042416"/>
            <a:ext cx="201168" cy="13716"/>
          </a:xfrm>
          <a:prstGeom prst="rect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9601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03  —  SYSTEM TYPES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A2040"/>
                </a:solidFill>
                <a:latin typeface="Georgia"/>
              </a:rPr>
              <a:t>Three roles, clear access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365760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1938528"/>
            <a:ext cx="384048" cy="384048"/>
          </a:xfrm>
          <a:prstGeom prst="ellipse">
            <a:avLst/>
          </a:prstGeom>
          <a:solidFill>
            <a:srgbClr val="F4E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A2040"/>
                </a:solidFill>
                <a:latin typeface="Georgia"/>
              </a:rPr>
              <a:t>Customer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90779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Person booking a hall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337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2A1D33"/>
                </a:solidFill>
                <a:latin typeface="Calibri"/>
              </a:rPr>
              <a:t>•  Searches for venues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2A1D33"/>
                </a:solidFill>
                <a:latin typeface="Calibri"/>
              </a:rPr>
              <a:t>•  Views hall details and availability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2A1D33"/>
                </a:solidFill>
                <a:latin typeface="Calibri"/>
              </a:rPr>
              <a:t>•  Makes booking requests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737360"/>
            <a:ext cx="3657600" cy="443484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572000" y="1938528"/>
            <a:ext cx="384048" cy="384048"/>
          </a:xfrm>
          <a:prstGeom prst="ellipse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24688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Hotel owner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90779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8DCE4"/>
                </a:solidFill>
                <a:latin typeface="Calibri"/>
              </a:rPr>
              <a:t>Hotel / hall owner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337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Registers and manages the hotel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Sets halls, prices, and availability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Handles customer bookings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737360"/>
            <a:ext cx="365760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8412480" y="1938528"/>
            <a:ext cx="384048" cy="384048"/>
          </a:xfrm>
          <a:prstGeom prst="ellipse">
            <a:avLst/>
          </a:prstGeom>
          <a:solidFill>
            <a:srgbClr val="F4E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12480" y="24688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A2040"/>
                </a:solidFill>
                <a:latin typeface="Georgia"/>
              </a:rPr>
              <a:t>Administrator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90779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Platform administrator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337560"/>
            <a:ext cx="3108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2A1D33"/>
                </a:solidFill>
                <a:latin typeface="Calibri"/>
              </a:rPr>
              <a:t>•  Manages the platform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2A1D33"/>
                </a:solidFill>
                <a:latin typeface="Calibri"/>
              </a:rPr>
              <a:t>•  Reviews hotel registrations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2A1D33"/>
                </a:solidFill>
                <a:latin typeface="Calibri"/>
              </a:rPr>
              <a:t>•  Approves hotels to go live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Next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49493" y="676656"/>
            <a:ext cx="486460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042416"/>
            <a:ext cx="201168" cy="13716"/>
          </a:xfrm>
          <a:prstGeom prst="rect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9601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04  —  WHAT’S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A2040"/>
                </a:solidFill>
                <a:latin typeface="Georgia"/>
              </a:rPr>
              <a:t>Where HallHub goes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5532120" cy="4160520"/>
          </a:xfrm>
          <a:prstGeom prst="roundRect">
            <a:avLst>
              <a:gd name="adj" fmla="val 8000"/>
            </a:avLst>
          </a:prstGeom>
          <a:solidFill>
            <a:srgbClr val="FFFDFB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49808" y="1938528"/>
            <a:ext cx="502920" cy="54864"/>
          </a:xfrm>
          <a:prstGeom prst="roundRect">
            <a:avLst>
              <a:gd name="adj" fmla="val 50000"/>
            </a:avLst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8" y="20848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ENHANCEMENT 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2377439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4A2040"/>
                </a:solidFill>
                <a:latin typeface="Georgia"/>
              </a:rPr>
              <a:t>Online payment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33756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570"/>
                </a:solidFill>
                <a:latin typeface="Calibri"/>
              </a:rPr>
              <a:t>Customers will be able to make payments directly through HallHub, without leaving the platform.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737360"/>
            <a:ext cx="5532120" cy="4160520"/>
          </a:xfrm>
          <a:prstGeom prst="roundRect">
            <a:avLst>
              <a:gd name="adj" fmla="val 8000"/>
            </a:avLst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10528" y="20848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ENHANCEMENT 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377439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Expansion across Somaliland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3337560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HallHub will expand to connect customers with venues across all of Somaliland — not only Hargeisa.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A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8485" y="676656"/>
            <a:ext cx="742492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042416"/>
            <a:ext cx="201168" cy="13716"/>
          </a:xfrm>
          <a:prstGeom prst="rect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9601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05  —  TECHNOLOGIES USED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A2040"/>
                </a:solidFill>
                <a:latin typeface="Georgia"/>
              </a:rPr>
              <a:t>Built with a modern web stack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6916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183794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07568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React 18.3.1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256032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User interface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6916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98848" y="183794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BUILD TOOL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207568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Vite 5.4.19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256032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Fast frontend tooling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6916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9328" y="183794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ROUTING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207568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React Router 6.30.1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56032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Page navigation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20040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" y="334670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HTTP CLIENT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358444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Axios 1.19.0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06908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API requests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320040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98848" y="334670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CHARTS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358444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Recharts 3.10.1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8848" y="406908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Reports and dashboards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320040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39328" y="334670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RUNTIME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8" y="358444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Node.js 18+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8" y="406908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Server environment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70916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8368" y="485546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BACKEND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09320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Express 5.2.1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5778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REST API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97680" y="470916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498848" y="485546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DATABASE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98848" y="509320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Mongoose 9.9.1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8848" y="55778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MongoDB data models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38160" y="470916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39328" y="4855464"/>
            <a:ext cx="3246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AUTH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39328" y="5093208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JWT 9.0.3  ·  bcryptjs 3.0.3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39328" y="5577840"/>
            <a:ext cx="3246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Secure login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war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Team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3451" y="676656"/>
            <a:ext cx="460857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Discover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042416"/>
            <a:ext cx="201168" cy="13716"/>
          </a:xfrm>
          <a:prstGeom prst="rect">
            <a:avLst/>
          </a:prstGeom>
          <a:solidFill>
            <a:srgbClr val="C5A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96012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5A070"/>
                </a:solidFill>
                <a:latin typeface="Calibri"/>
              </a:rPr>
              <a:t>06  —  THE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207008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4A2040"/>
                </a:solidFill>
                <a:latin typeface="Georgia"/>
              </a:rPr>
              <a:t>The team behind HallHub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73736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1912740"/>
            <a:ext cx="3246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TEAM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187060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Naima Muse Ahmed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619140"/>
            <a:ext cx="3246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6B6570"/>
                </a:solidFill>
                <a:latin typeface="Calibri"/>
              </a:rPr>
              <a:t>Project management, backend, authentication, and frontend–backend integration.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73736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498848" y="1912740"/>
            <a:ext cx="3246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8848" y="2187060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 err="1">
                <a:solidFill>
                  <a:srgbClr val="4A2040"/>
                </a:solidFill>
                <a:latin typeface="Georgia"/>
              </a:rPr>
              <a:t>Abdicasiis</a:t>
            </a:r>
            <a:r>
              <a:rPr sz="1800" b="1" dirty="0">
                <a:solidFill>
                  <a:srgbClr val="4A2040"/>
                </a:solidFill>
                <a:latin typeface="Georgia"/>
              </a:rPr>
              <a:t> Mohamed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5801" y="2769066"/>
            <a:ext cx="3246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6B6570"/>
                </a:solidFill>
                <a:latin typeface="Calibri"/>
              </a:rPr>
              <a:t>Public website, customer portal, owner portal, and admin interface.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737360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39328" y="1912740"/>
            <a:ext cx="3246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FRONTEND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2187060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4A2040"/>
                </a:solidFill>
                <a:latin typeface="Georgia"/>
              </a:rPr>
              <a:t>Naima Abdulkarim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8" y="2769066"/>
            <a:ext cx="3246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6B6570"/>
                </a:solidFill>
                <a:latin typeface="Calibri"/>
              </a:rPr>
              <a:t>Public website, customer portal, owner portal, and admin interface.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942708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" y="4107299"/>
            <a:ext cx="3246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FRONTEND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381619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4A2040"/>
                </a:solidFill>
                <a:latin typeface="Georgia"/>
              </a:rPr>
              <a:t>Rahma Mokhtar</a:t>
            </a:r>
            <a:r>
              <a:rPr lang="en-US" sz="1800" b="1" dirty="0">
                <a:solidFill>
                  <a:srgbClr val="4A2040"/>
                </a:solidFill>
                <a:latin typeface="Georgia"/>
              </a:rPr>
              <a:t> Abdi</a:t>
            </a:r>
            <a:endParaRPr sz="1800" b="1" dirty="0">
              <a:solidFill>
                <a:srgbClr val="4A2040"/>
              </a:solidFill>
              <a:latin typeface="Georgia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58368" y="4873752"/>
            <a:ext cx="3246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570"/>
                </a:solidFill>
                <a:latin typeface="Calibri"/>
              </a:rPr>
              <a:t>Public website, customer portal, owner portal, and admin interface.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3942708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98848" y="4107299"/>
            <a:ext cx="3246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UI / UX 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8848" y="4381619"/>
            <a:ext cx="3246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A2040"/>
                </a:solidFill>
                <a:latin typeface="Georgia"/>
              </a:rPr>
              <a:t>Sahal Khaliif Mohamed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98848" y="4900104"/>
            <a:ext cx="3246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6B6570"/>
                </a:solidFill>
                <a:latin typeface="Calibri"/>
              </a:rPr>
              <a:t>Layout, visual design, brand color system, and user experience.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8160" y="3942708"/>
            <a:ext cx="365760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AD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39328" y="4107299"/>
            <a:ext cx="3246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5A070"/>
                </a:solidFill>
                <a:latin typeface="Calibri"/>
              </a:rPr>
              <a:t>DOCUMENTATION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9328" y="4381619"/>
            <a:ext cx="3246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4A2040"/>
                </a:solidFill>
                <a:latin typeface="Georgia"/>
              </a:rPr>
              <a:t>Abdiqani Abdulahi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8" y="4873752"/>
            <a:ext cx="3246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dirty="0">
                <a:solidFill>
                  <a:srgbClr val="6B6570"/>
                </a:solidFill>
                <a:latin typeface="Calibri"/>
              </a:rPr>
              <a:t>Project documentation, written reports, and delivery materials.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war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365760" y="256032"/>
            <a:ext cx="11430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7200" y="329184"/>
            <a:ext cx="1325880" cy="420624"/>
          </a:xfrm>
          <a:prstGeom prst="roundRect">
            <a:avLst>
              <a:gd name="adj" fmla="val 50000"/>
            </a:avLst>
          </a:prstGeom>
          <a:solidFill>
            <a:srgbClr val="4A2040"/>
          </a:solidFill>
          <a:ln w="12700">
            <a:solidFill>
              <a:srgbClr val="D4B3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Georgia"/>
              </a:rPr>
              <a:t>HallHub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65960" y="365760"/>
            <a:ext cx="1051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HallHub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724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4256" y="365760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8384" y="365760"/>
            <a:ext cx="868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365760"/>
            <a:ext cx="1325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657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A2040"/>
                </a:solidFill>
                <a:latin typeface="Calibri"/>
              </a:rPr>
              <a:t>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5088" y="365760"/>
            <a:ext cx="1097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A3A6A"/>
                </a:solidFill>
                <a:latin typeface="Calibri"/>
              </a:rPr>
              <a:t>Discover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46489" y="676656"/>
            <a:ext cx="614476" cy="16459"/>
          </a:xfrm>
          <a:prstGeom prst="rect">
            <a:avLst/>
          </a:prstGeom>
          <a:solidFill>
            <a:srgbClr val="7A3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561320" y="1097280"/>
            <a:ext cx="960120" cy="960120"/>
          </a:xfrm>
          <a:prstGeom prst="ellipse">
            <a:avLst/>
          </a:prstGeom>
          <a:noFill/>
          <a:ln w="22225">
            <a:solidFill>
              <a:srgbClr val="4A2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351008" y="1371600"/>
            <a:ext cx="1371600" cy="411480"/>
          </a:xfrm>
          <a:prstGeom prst="ellipse">
            <a:avLst/>
          </a:prstGeom>
          <a:noFill/>
          <a:ln w="19050">
            <a:solidFill>
              <a:srgbClr val="C5A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20140" y="1501317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4A2040"/>
                </a:solidFill>
                <a:latin typeface="Georgia"/>
              </a:rPr>
              <a:t>Let’s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3600" y="2304182"/>
            <a:ext cx="581955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0" b="1" dirty="0">
                <a:solidFill>
                  <a:srgbClr val="C5A070"/>
                </a:solidFill>
                <a:latin typeface="Georgia"/>
              </a:rPr>
              <a:t>discover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07173" y="3472157"/>
            <a:ext cx="5699219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1" dirty="0" err="1">
                <a:solidFill>
                  <a:srgbClr val="4A2040"/>
                </a:solidFill>
                <a:latin typeface="Georgia"/>
              </a:rPr>
              <a:t>HallHub</a:t>
            </a:r>
            <a:r>
              <a:rPr sz="8800" b="1" dirty="0">
                <a:solidFill>
                  <a:srgbClr val="4A2040"/>
                </a:solidFill>
                <a:latin typeface="Georgia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507492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6B6570"/>
                </a:solidFill>
                <a:latin typeface="Calibri"/>
              </a:rPr>
              <a:t>Open the platform. Find the hall. Book the moment — your next event starts here.</a:t>
            </a:r>
          </a:p>
        </p:txBody>
      </p:sp>
      <p:sp>
        <p:nvSpPr>
          <p:cNvPr id="20" name="10-Point Star 19"/>
          <p:cNvSpPr/>
          <p:nvPr/>
        </p:nvSpPr>
        <p:spPr>
          <a:xfrm>
            <a:off x="640080" y="5806440"/>
            <a:ext cx="384048" cy="384048"/>
          </a:xfrm>
          <a:prstGeom prst="star10">
            <a:avLst/>
          </a:prstGeom>
          <a:solidFill>
            <a:srgbClr val="4A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A2040"/>
                </a:solidFill>
                <a:latin typeface="Georgia"/>
              </a:rPr>
              <a:t>HallHub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B6570"/>
                </a:solidFill>
                <a:latin typeface="Calibri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558</Words>
  <Application>Microsoft Office PowerPoint</Application>
  <PresentationFormat>Widescreen</PresentationFormat>
  <Paragraphs>166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Naimaa</dc:creator>
  <cp:keywords/>
  <dc:description>generated using python-pptx</dc:description>
  <cp:lastModifiedBy>naciima ahmed</cp:lastModifiedBy>
  <cp:revision>2</cp:revision>
  <dcterms:created xsi:type="dcterms:W3CDTF">2013-01-27T09:14:16Z</dcterms:created>
  <dcterms:modified xsi:type="dcterms:W3CDTF">2026-08-20T07:12:47Z</dcterms:modified>
  <cp:category/>
</cp:coreProperties>
</file>